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Stress Scale (PSS-10)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Cohen, Kamarck &amp; Mermelstein (1983)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704088"/>
            <a:ext cx="9144000" cy="24688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704088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10-item scale assessing psychological stress levels  |  Timeframe: Last 1 month  |  (R) = Reverse scored  |  Total Score: 0–40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1440" y="978408"/>
            <a:ext cx="1719072" cy="201168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9784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Never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92808" y="978408"/>
            <a:ext cx="1719072" cy="201168"/>
          </a:xfrm>
          <a:prstGeom prst="roundRect">
            <a:avLst>
              <a:gd name="adj" fmla="val 18182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2808" y="9784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Almost Never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94176" y="978408"/>
            <a:ext cx="1719072" cy="201168"/>
          </a:xfrm>
          <a:prstGeom prst="roundRect">
            <a:avLst>
              <a:gd name="adj" fmla="val 18182"/>
            </a:avLst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9784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= Sometimes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95544" y="978408"/>
            <a:ext cx="1719072" cy="201168"/>
          </a:xfrm>
          <a:prstGeom prst="roundRect">
            <a:avLst>
              <a:gd name="adj" fmla="val 1818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95544" y="9784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= Fairly Often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296912" y="978408"/>
            <a:ext cx="1719072" cy="201168"/>
          </a:xfrm>
          <a:prstGeom prst="roundRect">
            <a:avLst>
              <a:gd name="adj" fmla="val 18182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96912" y="9784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= Very Often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" y="1216152"/>
            <a:ext cx="8997696" cy="219456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" y="121615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7472" y="1216152"/>
            <a:ext cx="6217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("In the last month, how often have you...")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83680" y="121615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52360" y="1216152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1216152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92440" y="1216152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12480" y="1216152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732520" y="1216152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3152" y="1453896"/>
            <a:ext cx="8997696" cy="265176"/>
          </a:xfrm>
          <a:prstGeom prst="rect">
            <a:avLst/>
          </a:prstGeom>
          <a:solidFill>
            <a:srgbClr val="EDF3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" y="145389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" y="145389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...been upset because of something that happened unexpectedly?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01968" y="1499616"/>
            <a:ext cx="804672" cy="18288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149961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452360" y="145389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0" y="145389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92440" y="145389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0" y="145389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32520" y="145389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152" y="1728216"/>
            <a:ext cx="8997696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" y="172821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7472" y="172821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...felt unable to control the important things in your life?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01968" y="1773936"/>
            <a:ext cx="804672" cy="18288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01968" y="177393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452360" y="172821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772400" y="172821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92440" y="172821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412480" y="172821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732520" y="172821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3152" y="2002536"/>
            <a:ext cx="8997696" cy="265176"/>
          </a:xfrm>
          <a:prstGeom prst="rect">
            <a:avLst/>
          </a:prstGeom>
          <a:solidFill>
            <a:srgbClr val="EDF3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" y="200253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47472" y="200253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...felt nervous and stressed?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601968" y="2048256"/>
            <a:ext cx="804672" cy="18288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01968" y="204825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452360" y="200253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772400" y="200253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092440" y="200253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412480" y="200253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732520" y="200253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3152" y="2276856"/>
            <a:ext cx="8997696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" y="227685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47472" y="227685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...felt confident about your ability to handle your personal problems?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601968" y="2322576"/>
            <a:ext cx="804672" cy="18288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01968" y="232257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(R)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452360" y="227685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772400" y="227685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092440" y="227685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412480" y="227685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732520" y="227685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3152" y="2551176"/>
            <a:ext cx="8997696" cy="265176"/>
          </a:xfrm>
          <a:prstGeom prst="rect">
            <a:avLst/>
          </a:prstGeom>
          <a:solidFill>
            <a:srgbClr val="EDF3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" y="255117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47472" y="255117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...felt that things were going your way?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601968" y="2596896"/>
            <a:ext cx="804672" cy="18288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01968" y="259689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(R)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7452360" y="255117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772400" y="255117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8092440" y="255117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8412480" y="255117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8732520" y="255117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3152" y="2825496"/>
            <a:ext cx="8997696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3152" y="282549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47472" y="282549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...been able to control irritations in your life?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601968" y="2871216"/>
            <a:ext cx="804672" cy="18288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601968" y="287121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(R)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7452360" y="282549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7772400" y="282549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8092440" y="282549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8412480" y="282549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8732520" y="282549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73152" y="3099816"/>
            <a:ext cx="8997696" cy="265176"/>
          </a:xfrm>
          <a:prstGeom prst="rect">
            <a:avLst/>
          </a:prstGeom>
          <a:solidFill>
            <a:srgbClr val="EDF3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3152" y="309981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347472" y="309981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...felt that you were on top of things?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601968" y="3145536"/>
            <a:ext cx="804672" cy="18288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601968" y="314553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(R)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7452360" y="309981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7772400" y="309981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8092440" y="309981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8412480" y="309981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8732520" y="309981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73152" y="3374136"/>
            <a:ext cx="8997696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3152" y="337413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347472" y="337413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...been angered because of things that were outside of your control?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601968" y="3419856"/>
            <a:ext cx="804672" cy="18288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601968" y="341985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7452360" y="337413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7772400" y="337413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8092440" y="337413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412480" y="337413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06" name="Text 104"/>
          <p:cNvSpPr/>
          <p:nvPr/>
        </p:nvSpPr>
        <p:spPr>
          <a:xfrm>
            <a:off x="8732520" y="337413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73152" y="3648456"/>
            <a:ext cx="8997696" cy="265176"/>
          </a:xfrm>
          <a:prstGeom prst="rect">
            <a:avLst/>
          </a:prstGeom>
          <a:solidFill>
            <a:srgbClr val="EDF3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3152" y="364845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347472" y="364845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...felt difficulties were piling up so high that you could not overcome them?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601968" y="3694176"/>
            <a:ext cx="804672" cy="18288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601968" y="369417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7452360" y="364845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7772400" y="364845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8092440" y="364845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8412480" y="364845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8732520" y="364845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73152" y="3922776"/>
            <a:ext cx="8997696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3152" y="392277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347472" y="392277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...been able to control the way you spend your time?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6601968" y="3968496"/>
            <a:ext cx="804672" cy="18288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601968" y="396849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(R)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7452360" y="392277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23" name="Text 121"/>
          <p:cNvSpPr/>
          <p:nvPr/>
        </p:nvSpPr>
        <p:spPr>
          <a:xfrm>
            <a:off x="7772400" y="392277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24" name="Text 122"/>
          <p:cNvSpPr/>
          <p:nvPr/>
        </p:nvSpPr>
        <p:spPr>
          <a:xfrm>
            <a:off x="8092440" y="392277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25" name="Text 123"/>
          <p:cNvSpPr/>
          <p:nvPr/>
        </p:nvSpPr>
        <p:spPr>
          <a:xfrm>
            <a:off x="8412480" y="392277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26" name="Text 124"/>
          <p:cNvSpPr/>
          <p:nvPr/>
        </p:nvSpPr>
        <p:spPr>
          <a:xfrm>
            <a:off x="8732520" y="392277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73152" y="4242816"/>
            <a:ext cx="8997696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C8941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64592" y="4242816"/>
            <a:ext cx="8814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 Negative items (1,2,3,8,9) — score as is  |  Positive items/R (4,5,6,7,10) — reverse score (0→4, 1→3, 2→2, 3→1, 4→0)  |  Low: 0–13   Moderate: 14–26   High: 27–40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74320" y="5001768"/>
            <a:ext cx="859536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Dental Sciences  |  Sharda University  |  Research Synopsis 2026–27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2026-05-04T06:34:23Z</dcterms:created>
  <dcterms:modified xsi:type="dcterms:W3CDTF">2026-05-04T06:34:23Z</dcterms:modified>
</cp:coreProperties>
</file>